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4ab6a84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4ab6a84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4ab6a8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4ab6a8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4ab6a84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4ab6a84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4ab6a84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4ab6a84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74ab6a84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74ab6a84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4ff6316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4ff6316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4ff6316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4ff6316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50400f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750400f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750400fc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750400fc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50400f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50400f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실수해도 내 돈이 보호되는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안전한 계좌 관리 체계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457200" lvl="0" marL="5486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</a:t>
            </a:r>
            <a:r>
              <a:rPr lang="ko">
                <a:solidFill>
                  <a:schemeClr val="dk1"/>
                </a:solidFill>
              </a:rPr>
              <a:t>인공지능소프트웨어학과 2603340027</a:t>
            </a:r>
            <a:r>
              <a:rPr lang="ko">
                <a:solidFill>
                  <a:schemeClr val="dk1"/>
                </a:solidFill>
              </a:rPr>
              <a:t>	김영호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시스템 개요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유스케이스 다이어그램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요구사항 명세서(SRS)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ER다이어그램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테이블 명세서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영상 시연 </a:t>
            </a:r>
            <a:r>
              <a:rPr lang="ko">
                <a:solidFill>
                  <a:schemeClr val="dk1"/>
                </a:solidFill>
              </a:rPr>
              <a:t>(파이썬 코드 &amp; 오라클 DB 연동)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>
                <a:solidFill>
                  <a:schemeClr val="dk1"/>
                </a:solidFill>
              </a:rPr>
              <a:t>소회 및 향후 과제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시스템 개요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사용자가 </a:t>
            </a:r>
            <a:r>
              <a:rPr lang="ko">
                <a:solidFill>
                  <a:schemeClr val="dk1"/>
                </a:solidFill>
              </a:rPr>
              <a:t>은행 어플을 이용하다가 오류가 나거나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관리자(은행)가 보이스피싱과 같은 사고 의심 사례가 발생했을 때 처리 방안처럼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실제 은행 어플에서 일어날 수 있는 상황을 최대한 구현하는데 중점을 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09575" y="0"/>
            <a:ext cx="3228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2.유스케이스 다이어그램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3" name="Google Shape;73;p16" title="유스케이스1-사용자.비회원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51725" y="50575"/>
            <a:ext cx="32706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</a:rPr>
              <a:t>2. 유스케이스 다이어그램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</a:t>
            </a:r>
            <a:r>
              <a:rPr lang="ko"/>
              <a:t>요구사항 명세서(일부 발췌)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ID	</a:t>
            </a:r>
            <a:r>
              <a:rPr lang="ko">
                <a:solidFill>
                  <a:schemeClr val="dk1"/>
                </a:solidFill>
              </a:rPr>
              <a:t>기능명		보이스피싱 대응 및 SRS 설계 구성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F-06	입금서비스 	[편의] 사용자 비밀번호 입력 생략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F-07	출금 서비스	[보안] 1,000만원 이상 고액 출금시에는 창구 방문 혹은 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2차 보안 번호 강제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F-08	 계좌 이체		[확인] 이체 직전 최종 승인 팝업 및 100만원 이상 이체 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			      2차 보안 번호 필수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F-08-1 지연 이체	[대응] 100만 원 이상 시 적용 (피싱 의심 시 1시간 지연 처리)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F-09	 무결성 보장	[신뢰] 오류 시 롤백 (비정상 거래로 인한 자금 유실 차단)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F-11  비회원 서비스	[추적] 입금 시 입금자명 메모 강제 저장 (자금 출처 확인용)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 title="ER다이어그램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8925"/>
            <a:ext cx="8564001" cy="46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8500" y="25475"/>
            <a:ext cx="330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4. ER 다이어그램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75" y="101475"/>
            <a:ext cx="408689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/>
        </p:nvSpPr>
        <p:spPr>
          <a:xfrm>
            <a:off x="4277750" y="0"/>
            <a:ext cx="48663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1. 주요 엔터티 구성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회원 : 사용자 인증 정보와 역할(일반회원/관리자) 관리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계좌 : 계좌번호, 잔액, 별칭 관리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거래내역 : 거래유형(입금/출금/이체), 금액, 거래후잔액, 거래일시 저장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보안인증 : 거래별 2차 인증코드, 인증수단, 시도횟수, 인증상태 관리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감사로그 : 사용자 행위와 거래 관련 이벤트를 IP/시간과 함께 기록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2. 보안 강화 요소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</a:t>
            </a:r>
            <a:r>
              <a:rPr lang="ko" sz="900">
                <a:solidFill>
                  <a:schemeClr val="dk1"/>
                </a:solidFill>
              </a:rPr>
              <a:t>거</a:t>
            </a:r>
            <a:r>
              <a:rPr lang="ko" sz="900">
                <a:solidFill>
                  <a:schemeClr val="dk1"/>
                </a:solidFill>
              </a:rPr>
              <a:t>래내역의 상태ID(FK)로 인증대기·지연대기·차단 상태 관리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</a:t>
            </a:r>
            <a:r>
              <a:rPr lang="ko" sz="900">
                <a:solidFill>
                  <a:schemeClr val="dk1"/>
                </a:solidFill>
              </a:rPr>
              <a:t>보</a:t>
            </a:r>
            <a:r>
              <a:rPr lang="ko" sz="900">
                <a:solidFill>
                  <a:schemeClr val="dk1"/>
                </a:solidFill>
              </a:rPr>
              <a:t>안인증 테이블에 인증시도횟수 저장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고액 이체 여부 판단은 서비스 로직에서 처리 후 추가 인증 적용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감사로그에 접속 IP와 행위 기록 저장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3. 거래 정확성과 데이터 일관성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거래 후 잔액을 저장하여 금액 계산 오류 및 분쟁 대응 가능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회원 → 계좌 → 거래내역 연결로 사용자별 거래 추적 가능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 거래상태 테이블로 완료/실패/대기 상태를 일관되게 관리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5814000" y="972350"/>
            <a:ext cx="30000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/>
              <a:t>시스템 동작 흐름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회원 로그인(비회원은 입금·잔액 조회만 허용)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계좌 조회 및 선택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이체 요청 생성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보안인증 진행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완료 / 지연대기 / 차단 처리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/>
              <a:t>거래상태 설명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완료 : 정상 처리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실패 : 오류 발생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인증대기 : 추가 인증 필요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지연대기 : </a:t>
            </a:r>
            <a:r>
              <a:rPr lang="ko" sz="1100"/>
              <a:t>일정 시간 후 처리 (보이스피싱 방지)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차단 : 위험 거래 중단</a:t>
            </a:r>
            <a:endParaRPr sz="1100"/>
          </a:p>
        </p:txBody>
      </p:sp>
      <p:sp>
        <p:nvSpPr>
          <p:cNvPr id="103" name="Google Shape;103;p21"/>
          <p:cNvSpPr txBox="1"/>
          <p:nvPr/>
        </p:nvSpPr>
        <p:spPr>
          <a:xfrm>
            <a:off x="5814000" y="203725"/>
            <a:ext cx="26991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lt1"/>
                </a:solidFill>
              </a:rPr>
              <a:t>5. 테이블 명세서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38815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</a:t>
            </a:r>
            <a:r>
              <a:rPr lang="ko"/>
              <a:t>영상 시연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7. </a:t>
            </a:r>
            <a:r>
              <a:rPr lang="ko"/>
              <a:t>소회 및 향후 과제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